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Applied AI/ML Masterclass
- **The Hook:** "Welcome everyone. Today, we're not here to talk about the hype. We're here to talk about the 'how'. We're moving beyond the math-heavy academic approach and focusing on what you, as senior engineers, need to build and deploy real systems."
- **Technical Deep Dive:** N/A (Intro)
- **Pro-tips:** Briefly mention the 'Applied' focus to set expectations.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Bridging the Gap
- **The Hook:** "Why are we here? Because there's a gap between being a 'Magic User' who just calls APIs and an 'AI Architect' who builds reliable systems."
- **Technical Deep Dive:** Explain the shift from deterministic rule-based programming (`if/else`) to probabilistic learning-based systems.
- **Pro-tips:** Acknowledge that AI is 'fuzzier' than traditional software, which can be frustrating for engineers.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Ecosystem: AI vs. ML vs. DL
- **The Hook:** "Let's clear up the jargon. These terms are often used interchangeably, but they shouldn't be."
- **Technical Deep Dive:** 
    - AI is the broad goal.
    - ML is the statistical engine (learning from patterns in data).
    - DL is the modern implementation using multi-layered networks (the 'Deep' in deep learning).
- **Pro-tips:** Use the 'Automated Chef' analogy: Rule-based (Recipe) vs. ML (Watching 1,000 chefs and learning the pattern).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 Pipeline: Theory to Reality
- **The Hook:** "ML isn't just about the model. It's about the pipeline. 80% of your work is actually 'Data Engineering'."
- **Technical Deep Dive:** Walk through each step. Highlight that 'Feature Engineering' is where domain knowledge (your engineering skills) matters most.
- **Pro-tips:** Remind them that 'Garbage In, Garbage Out' is the golden rule of ML.
- **Lab Transition:** "We'll dive into this pipeline in our first Jupyter notebook soon."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Applied ML - Supervised Learning
- **The Hook:** "Supervised learning is like teaching a child with flashcards. You give it the input and the answer (label)."
- **Technical Deep Dive:** 
    - **Regression:** Predicting a scalar (House Price).
    - **Classification:** Predicting a category (Spam/Not Spam).
    - Mention **Random Forests** as a robust, 'go-to' algorithm for tabular data because they handle non-linearity well.
- **Pro-tips:** If you have structured/tabular data (SQL, CSV), start with Random Forests or XGBoost before reaching for a Neural Network.
- **Lab Transition:** Transition to **Lab 01: Scikit-Learn Foundations**.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Evaluation Metrics
- **The Hook:** "How do you know your model is good? If 99% of your emails are NOT spam, a model that says 'NOT SPAM' every time is 99% accurate... but it's totally useless."
- **Technical Deep Dive:** 
    - Explain the **Confusion Matrix**.
    - **Precision:** Focus on minimizing False Positives (e.g., don't mark real emails as spam).
    - **Recall:** Focus on minimizing False Negatives (e.g., don't miss a cancer diagnosis).
- **Pro-tips:** Students often confuse Precision and Recall. Use the 'Police/Criminal' analogy: Precision = Don't arrest innocent people. Recall = Don't let criminals escape.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Neural Network Intuition
- **The Hook:** "Neural networks are just layers of math that approximate any function. Think of them as a giant set of knobs we can tune."
- **Technical Deep Dive:** 
    - The **Perceptron** is a linear separator. 
    - **Hidden Layers** allow us to learn complex, non-linear patterns.
    - **Activation Functions (ReLU)** are the 'switches' that decide if a neuron fires.
- **Pro-tips:** Don't get bogged down in biological brain comparisons—they are misleading. Focus on the mathematical function approximation.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Matrix Math (Technical Deep Dive)
- **The Hook:** "Let's look under the hood. It's all just matrix multiplication and the Chain Rule."
- **Technical Deep Dive:** 
    - $y = \sigma(Wx + b)$. 
    - **$W$ (Weights):** Matrix of parameters. 
    - **$b$ (Bias):** Vector to shift the output.
    - **Backpropagation:** We calculate the error at the output and 'propagate' it back using the derivative (Gradient) to update $W$ and $b$.
- **Pro-tips:** Emphasize that **Gradients** tell us the *direction* to turn the knobs to make the error smaller.
- **Lab Transition:** Transition to **Lab 02: Building a Perceptron from Scratch**.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The Transformer Revolution
- **The Hook:** "In 2017, the paper 'Attention Is All You Need' changed everything. Why? Because Transformers can process data in parallel, unlike older models (RNNs)."
- **Technical Deep Dive:** Explain the **Attention Mechanism**. It allows the model to look at the entire sentence at once and weigh which words are most important to the current word.
- **Pro-tips:** Mention that this is why LLMs are so much faster to train and more capable of handling long-range context.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Attention Mechanism (Q, K, V)
- **The Hook:** "Q, K, and V are the 'Secret Sauce'. Think of it as a retrieval system."
- **Technical Deep Dive:** 
    - **Query (Q):** What I'm asking.
    - **Key (K):** What the database has indexed.
    - **Value (V):** The information I get back.
    - We multiply $Q$ and $K$ to get a 'score' (how much to pay attention), then multiply by $V$ to get the weighted result.
- **Pro-tips:** Use the 'Library' analogy. Q is your search term, K is the book spine/index, V is the content of the book.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Advanced Prompt Engineering
- **The Hook:** "Prompting isn't just 'asking nicely'. It's programming in natural language."
- **Technical Deep Dive:** 
    - **Few-shot:** Showing is better than telling.
    - **Chain-of-Thought:** Asking the model to think step-by-step reduces errors in logic.
    - **ReAct:** The foundation for agents—the model thinks, then acts (calls a tool).
- **Pro-tips:** "System Prompts" are the most powerful way to set boundaries.
- **Lab Transition:** Transition to **Lab 03: Prompt Engineering Lab**.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RAG Flow
- **The Hook:** "LLMs are like smart students who graduated in 2023. They don't know your private company data. RAG is giving them an 'Open Book' to look at."
- **Technical Deep Dive:** Walk through the 4 steps: Query -&gt; Retrieval -&gt; Augment -&gt; Generate. 
- **Pro-tips:** RAG is the most important pattern in AI today because it solves the 'Hallucination' problem by providing grounded facts.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Vector Databases &amp; Embeddings
- **The Hook:** "How do we search by 'meaning' instead of 'keywords'? We use Embeddings."
- **Technical Deep Dive:** 
    - **Embeddings:** Numbers that represent a point in space. 
    - Words with similar meanings are 'closer' in that space.
    - **Vector Search:** Calculating the distance (Cosine Similarity) between two vectors.
- **Pro-tips:** Keyword search finds 'Apple' (the fruit). Vector search finds 'Apple' and 'iPhone' (the brand) because they are semantically related.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Advanced RAG Optimization
- **The Hook:** "Basic RAG is easy. Production RAG is hard. Here is how you make it reliable."
- **Technical Deep Dive:** 
    - **Parent-Document Retrieval:** Use small chunks for searching (more precise) but give the LLM the full context (more accurate).
    - **Re-ranking:** Use a slow, smart model to check the top 10 results from a fast, dumb search.
- **Pro-tips:** Most RAG failures are 'Retrieval failures'. If the context is bad, the answer will be bad.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AI Agents &amp; Tools
- **The Hook:** "Agents are LLMs with 'hands'. They can actually DO things."
- **Technical Deep Dive:** 
    - The **Agentic Loop**: LLM generates a JSON command -&gt; your code executes it (SQL, API, Python) -&gt; result is fed back to the LLM.
- **Pro-tips:** Be careful with autonomous loops! They can run forever and burn your API budget.
- **Lab Transition:** Transition to **Lab 04: Building a ReAct Agent**.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Evaluation &amp; Observability
- **The Hook:** "You can't manage what you can't measure. 'Vibe-checking' a few outputs is NOT engineering."
- **Technical Deep Dive:** 
    - **RAGAS:** Automated scoring for Faithfulness (is it true to the context?) and Relevancy.
    - **LLM-as-a-Judge:** Using GPT-4 to review the work of a cheaper model (Llama-3).
- **Pro-tips:** Set up tracing (LangSmith) early. It's the 'Debugger' for your AI chains.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SaaS vs. Local Models
- **The Hook:** "Do you use OpenAI or run your own? It depends on your constraints."
- **Technical Deep Dive:** 
    - **SaaS:** Best for speed and 'intelligence' ceiling (GPT-4).
    - **Local:** Best for privacy (HIPAA/GDPR) and fixed costs.
- **Pro-tips:** Start with SaaS to prove the value, then optimize for cost/privacy later by moving to Local models.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Choosing your Vector DB
- **The Hook:** "Where do you store these millions of vectors?"
- **Technical Deep Dive:** 
    - Pinecone for low ops. 
    - pgvector if you already have Postgres (don't add infra if you don't have to!).
- **Pro-tips:** Most people over-complicate this. Start with ChromaDB (embedded) or pgvector.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The Golden Rule
- **The Hook:** "If you remember one thing today, remember this rule."
- **Technical Deep Dive:** "Start high-level (abstracted). Only descend the stack when you hit a specific bottleneck (Cost, Latency, Privacy)."
- **Pro-tips:** Don't build your own vector search engine or train your own base model. It's almost never worth it.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Modes: "The Wall of Shame"
- **The Hook:** "Let's look at how things break in the real world."
- **Technical Deep Dive:** 
    - **Prompt Injection:** Treat LLM input like untrusted SQL input. 
    - **Data Leakage:** If your Vector DB doesn't know who is asking, it will show anyone's data to everyone.
- **Pro-tips:** Metadata filtering is the solution to 90% of RAG security issues.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Modes: Token Limits &amp; Loops
- **The Hook:** "Technical limits will crash your app if you aren't careful."
- **Technical Deep Dive:** 
    - **Token Limits:** Use `tiktoken` to count tokens BEFORE you call the API. Truncate if needed.
    - **The Kill Switch:** Every agent loop must have a `max_iterations=5` safety valve.
- **Pro-tips:** Document `08` in your resources has a full list of these 'Gotchas'.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Projects &amp; Deployment
- **The Hook:** "Now, let's put it all together. From a notebook to a production container."
- **Technical Deep Dive:** 
    - Use **FastAPI** for low-latency endpoints. 
    - **Docker** ensures your specific versions of PyTorch/LangChain work everywhere.
- **Pro-tips:** AI models are heavy. Use multi-stage builds in Docker to keep images small.
- **Lab Transition:** Transition to **Final Capstone Project**.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&amp; Safety
- **The Hook:** "With great power... well, you know. But seriously, ethics in AI is a technical requirement, not just a policy."
- **Technical Deep Dive:** 
    - **PII Redaction:** Use tools like Microsoft Presidio to scrub emails/SSNs before they even hit the LLM.
    - **Guardrails:** Add a 'Safety Layer' that checks the LLM's output for toxicity.
- **Pro-tips:** If you are in a regulated industry, PII redaction is non-negotiable.
- **Lab Transition:** N/A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&amp; Next Steps
- **The Hook:** "You're now equipped to move from an AI hobbyist to a professional AI engineer."
- **Technical Deep Dive:** Mention QLoRA for fine-tuning as the 'next level' for those who want more.
- **Pro-tips:** Stay curious. This field moves fast. Follow the resources in document `09`.
- **Lab Transition:** "Open your laptops. Let's start Lab 01."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AI/ML Masterclass</dc:title>
  <dc:subject>PptxGenJS Presentation</dc:subject>
  <dc:creator>Created by Marp</dc:creator>
  <cp:lastModifiedBy>Created by Marp</cp:lastModifiedBy>
  <cp:revision>1</cp:revision>
  <dcterms:created xsi:type="dcterms:W3CDTF">2026-03-22T14:00:28Z</dcterms:created>
  <dcterms:modified xsi:type="dcterms:W3CDTF">2026-03-22T14:00:28Z</dcterms:modified>
</cp:coreProperties>
</file>